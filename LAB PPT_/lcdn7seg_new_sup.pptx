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9"/>
  </p:notesMasterIdLst>
  <p:sldIdLst>
    <p:sldId id="256" r:id="rId5"/>
    <p:sldId id="281" r:id="rId6"/>
    <p:sldId id="282" r:id="rId7"/>
    <p:sldId id="261" r:id="rId8"/>
    <p:sldId id="286" r:id="rId9"/>
    <p:sldId id="285" r:id="rId10"/>
    <p:sldId id="274" r:id="rId11"/>
    <p:sldId id="276" r:id="rId12"/>
    <p:sldId id="277" r:id="rId13"/>
    <p:sldId id="283" r:id="rId14"/>
    <p:sldId id="284" r:id="rId15"/>
    <p:sldId id="287" r:id="rId16"/>
    <p:sldId id="288" r:id="rId17"/>
    <p:sldId id="272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CC"/>
    <a:srgbClr val="1B03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5C93FD-3B0D-429E-8714-A78F1C1FAA41}" v="1" dt="2020-06-01T09:23:03.220"/>
    <p1510:client id="{19D82453-2684-4A08-BC93-66B497963397}" v="3" dt="2020-05-28T09:22:34.670"/>
    <p1510:client id="{673B1091-47A0-4239-AD3A-FC4656C32707}" v="2" dt="2020-07-13T07:31:56.691"/>
    <p1510:client id="{6EB87AA1-57CE-4978-B4CD-A56A5584F41D}" v="2" dt="2020-05-17T05:18:37.006"/>
    <p1510:client id="{74E086AD-1E14-4BFB-B5B4-771C5B61CDAA}" v="1" dt="2021-03-26T04:08:47.133"/>
    <p1510:client id="{8C29475C-F385-4CC0-8AD0-FE53983288C7}" v="1" dt="2021-03-21T16:21:27.916"/>
    <p1510:client id="{8D1E6C29-58B6-4BAE-B6F8-01BC72070E86}" v="8" dt="2020-07-12T14:36:20.742"/>
    <p1510:client id="{B7783CCC-9A47-4560-B1C1-8470A0514E0D}" v="4" dt="2020-05-24T04:54:01.271"/>
    <p1510:client id="{D72195FF-D474-461D-B3E5-B907A929C35E}" v="9" dt="2020-05-23T15:15:55.62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-1080" y="-49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28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01fe18bec033" userId="S::01fe18bec033@kletech.ac.in::9df77972-74a8-4044-ba94-c79e1f7103f8" providerId="AD" clId="Web-{8D1E6C29-58B6-4BAE-B6F8-01BC72070E86}"/>
    <pc:docChg chg="modSld">
      <pc:chgData name="01fe18bec033" userId="S::01fe18bec033@kletech.ac.in::9df77972-74a8-4044-ba94-c79e1f7103f8" providerId="AD" clId="Web-{8D1E6C29-58B6-4BAE-B6F8-01BC72070E86}" dt="2020-07-12T14:36:20.742" v="6" actId="20577"/>
      <pc:docMkLst>
        <pc:docMk/>
      </pc:docMkLst>
      <pc:sldChg chg="modSp">
        <pc:chgData name="01fe18bec033" userId="S::01fe18bec033@kletech.ac.in::9df77972-74a8-4044-ba94-c79e1f7103f8" providerId="AD" clId="Web-{8D1E6C29-58B6-4BAE-B6F8-01BC72070E86}" dt="2020-07-12T14:36:20.742" v="5" actId="20577"/>
        <pc:sldMkLst>
          <pc:docMk/>
          <pc:sldMk cId="0" sldId="264"/>
        </pc:sldMkLst>
        <pc:spChg chg="mod">
          <ac:chgData name="01fe18bec033" userId="S::01fe18bec033@kletech.ac.in::9df77972-74a8-4044-ba94-c79e1f7103f8" providerId="AD" clId="Web-{8D1E6C29-58B6-4BAE-B6F8-01BC72070E86}" dt="2020-07-12T14:36:20.742" v="5" actId="20577"/>
          <ac:spMkLst>
            <pc:docMk/>
            <pc:sldMk cId="0" sldId="264"/>
            <ac:spMk id="3" creationId="{00000000-0000-0000-0000-000000000000}"/>
          </ac:spMkLst>
        </pc:spChg>
        <pc:graphicFrameChg chg="mod modGraphic">
          <ac:chgData name="01fe18bec033" userId="S::01fe18bec033@kletech.ac.in::9df77972-74a8-4044-ba94-c79e1f7103f8" providerId="AD" clId="Web-{8D1E6C29-58B6-4BAE-B6F8-01BC72070E86}" dt="2020-07-12T14:34:25.647" v="0"/>
          <ac:graphicFrameMkLst>
            <pc:docMk/>
            <pc:sldMk cId="0" sldId="264"/>
            <ac:graphicFrameMk id="4" creationId="{00000000-0000-0000-0000-000000000000}"/>
          </ac:graphicFrameMkLst>
        </pc:graphicFrameChg>
      </pc:sldChg>
    </pc:docChg>
  </pc:docChgLst>
  <pc:docChgLst>
    <pc:chgData name="01fe19bec403" userId="S::01fe19bec403@kletech.ac.in::e3919682-1086-4843-a758-0ac44751a662" providerId="AD" clId="Web-{673B1091-47A0-4239-AD3A-FC4656C32707}"/>
    <pc:docChg chg="modSld">
      <pc:chgData name="01fe19bec403" userId="S::01fe19bec403@kletech.ac.in::e3919682-1086-4843-a758-0ac44751a662" providerId="AD" clId="Web-{673B1091-47A0-4239-AD3A-FC4656C32707}" dt="2020-07-13T07:31:56.612" v="1"/>
      <pc:docMkLst>
        <pc:docMk/>
      </pc:docMkLst>
      <pc:sldChg chg="modSp">
        <pc:chgData name="01fe19bec403" userId="S::01fe19bec403@kletech.ac.in::e3919682-1086-4843-a758-0ac44751a662" providerId="AD" clId="Web-{673B1091-47A0-4239-AD3A-FC4656C32707}" dt="2020-07-13T07:31:56.612" v="1"/>
        <pc:sldMkLst>
          <pc:docMk/>
          <pc:sldMk cId="0" sldId="273"/>
        </pc:sldMkLst>
        <pc:graphicFrameChg chg="mod modGraphic">
          <ac:chgData name="01fe19bec403" userId="S::01fe19bec403@kletech.ac.in::e3919682-1086-4843-a758-0ac44751a662" providerId="AD" clId="Web-{673B1091-47A0-4239-AD3A-FC4656C32707}" dt="2020-07-13T07:31:56.612" v="1"/>
          <ac:graphicFrameMkLst>
            <pc:docMk/>
            <pc:sldMk cId="0" sldId="273"/>
            <ac:graphicFrameMk id="4" creationId="{00000000-0000-0000-0000-000000000000}"/>
          </ac:graphicFrameMkLst>
        </pc:graphicFrameChg>
      </pc:sldChg>
    </pc:docChg>
  </pc:docChgLst>
  <pc:docChgLst>
    <pc:chgData name="01fe18bec255" userId="S::01fe18bec255@kletech.ac.in::d8f0c774-718e-4caa-b8e6-f3faa6bf7654" providerId="AD" clId="Web-{8C29475C-F385-4CC0-8AD0-FE53983288C7}"/>
    <pc:docChg chg="addSld">
      <pc:chgData name="01fe18bec255" userId="S::01fe18bec255@kletech.ac.in::d8f0c774-718e-4caa-b8e6-f3faa6bf7654" providerId="AD" clId="Web-{8C29475C-F385-4CC0-8AD0-FE53983288C7}" dt="2021-03-21T16:21:27.916" v="0"/>
      <pc:docMkLst>
        <pc:docMk/>
      </pc:docMkLst>
      <pc:sldChg chg="new">
        <pc:chgData name="01fe18bec255" userId="S::01fe18bec255@kletech.ac.in::d8f0c774-718e-4caa-b8e6-f3faa6bf7654" providerId="AD" clId="Web-{8C29475C-F385-4CC0-8AD0-FE53983288C7}" dt="2021-03-21T16:21:27.916" v="0"/>
        <pc:sldMkLst>
          <pc:docMk/>
          <pc:sldMk cId="1007778506" sldId="283"/>
        </pc:sldMkLst>
      </pc:sldChg>
    </pc:docChg>
  </pc:docChgLst>
  <pc:docChgLst>
    <pc:chgData name="01fe18bec140" userId="S::01fe18bec140@kletech.ac.in::8dd14002-932e-4c56-b821-2b5c66ee6c85" providerId="AD" clId="Web-{D72195FF-D474-461D-B3E5-B907A929C35E}"/>
    <pc:docChg chg="modSld">
      <pc:chgData name="01fe18bec140" userId="S::01fe18bec140@kletech.ac.in::8dd14002-932e-4c56-b821-2b5c66ee6c85" providerId="AD" clId="Web-{D72195FF-D474-461D-B3E5-B907A929C35E}" dt="2020-05-23T15:15:27.749" v="5"/>
      <pc:docMkLst>
        <pc:docMk/>
      </pc:docMkLst>
      <pc:sldChg chg="modSp">
        <pc:chgData name="01fe18bec140" userId="S::01fe18bec140@kletech.ac.in::8dd14002-932e-4c56-b821-2b5c66ee6c85" providerId="AD" clId="Web-{D72195FF-D474-461D-B3E5-B907A929C35E}" dt="2020-05-23T15:08:02.107" v="1" actId="1076"/>
        <pc:sldMkLst>
          <pc:docMk/>
          <pc:sldMk cId="0" sldId="261"/>
        </pc:sldMkLst>
        <pc:picChg chg="mod">
          <ac:chgData name="01fe18bec140" userId="S::01fe18bec140@kletech.ac.in::8dd14002-932e-4c56-b821-2b5c66ee6c85" providerId="AD" clId="Web-{D72195FF-D474-461D-B3E5-B907A929C35E}" dt="2020-05-23T15:08:02.107" v="1" actId="1076"/>
          <ac:picMkLst>
            <pc:docMk/>
            <pc:sldMk cId="0" sldId="261"/>
            <ac:picMk id="4" creationId="{00000000-0000-0000-0000-000000000000}"/>
          </ac:picMkLst>
        </pc:picChg>
      </pc:sldChg>
      <pc:sldChg chg="modSp">
        <pc:chgData name="01fe18bec140" userId="S::01fe18bec140@kletech.ac.in::8dd14002-932e-4c56-b821-2b5c66ee6c85" providerId="AD" clId="Web-{D72195FF-D474-461D-B3E5-B907A929C35E}" dt="2020-05-23T15:15:27.749" v="5"/>
        <pc:sldMkLst>
          <pc:docMk/>
          <pc:sldMk cId="0" sldId="274"/>
        </pc:sldMkLst>
        <pc:graphicFrameChg chg="mod modGraphic">
          <ac:chgData name="01fe18bec140" userId="S::01fe18bec140@kletech.ac.in::8dd14002-932e-4c56-b821-2b5c66ee6c85" providerId="AD" clId="Web-{D72195FF-D474-461D-B3E5-B907A929C35E}" dt="2020-05-23T15:15:27.749" v="5"/>
          <ac:graphicFrameMkLst>
            <pc:docMk/>
            <pc:sldMk cId="0" sldId="274"/>
            <ac:graphicFrameMk id="5" creationId="{00000000-0000-0000-0000-000000000000}"/>
          </ac:graphicFrameMkLst>
        </pc:graphicFrameChg>
      </pc:sldChg>
    </pc:docChg>
  </pc:docChgLst>
  <pc:docChgLst>
    <pc:chgData name="Jyoti Halkarni" userId="S::01fe18bec271@kletech.ac.in::3c415f27-4a83-44dd-aa9b-fb81818f713c" providerId="AD" clId="Web-{6EB87AA1-57CE-4978-B4CD-A56A5584F41D}"/>
    <pc:docChg chg="sldOrd">
      <pc:chgData name="Jyoti Halkarni" userId="S::01fe18bec271@kletech.ac.in::3c415f27-4a83-44dd-aa9b-fb81818f713c" providerId="AD" clId="Web-{6EB87AA1-57CE-4978-B4CD-A56A5584F41D}" dt="2020-05-17T05:18:37.006" v="1"/>
      <pc:docMkLst>
        <pc:docMk/>
      </pc:docMkLst>
      <pc:sldChg chg="ord">
        <pc:chgData name="Jyoti Halkarni" userId="S::01fe18bec271@kletech.ac.in::3c415f27-4a83-44dd-aa9b-fb81818f713c" providerId="AD" clId="Web-{6EB87AA1-57CE-4978-B4CD-A56A5584F41D}" dt="2020-05-17T05:18:37.006" v="1"/>
        <pc:sldMkLst>
          <pc:docMk/>
          <pc:sldMk cId="1584154375" sldId="281"/>
        </pc:sldMkLst>
      </pc:sldChg>
    </pc:docChg>
  </pc:docChgLst>
  <pc:docChgLst>
    <pc:chgData name="01fe18bec180" userId="S::01fe18bec180@kletech.ac.in::6223a06f-fd08-481b-ab7d-d898cc0b4708" providerId="AD" clId="Web-{19D82453-2684-4A08-BC93-66B497963397}"/>
    <pc:docChg chg="modSld">
      <pc:chgData name="01fe18bec180" userId="S::01fe18bec180@kletech.ac.in::6223a06f-fd08-481b-ab7d-d898cc0b4708" providerId="AD" clId="Web-{19D82453-2684-4A08-BC93-66B497963397}" dt="2020-05-28T09:22:34.670" v="2"/>
      <pc:docMkLst>
        <pc:docMk/>
      </pc:docMkLst>
      <pc:sldChg chg="modSp">
        <pc:chgData name="01fe18bec180" userId="S::01fe18bec180@kletech.ac.in::6223a06f-fd08-481b-ab7d-d898cc0b4708" providerId="AD" clId="Web-{19D82453-2684-4A08-BC93-66B497963397}" dt="2020-05-28T09:22:34.670" v="2"/>
        <pc:sldMkLst>
          <pc:docMk/>
          <pc:sldMk cId="0" sldId="279"/>
        </pc:sldMkLst>
        <pc:graphicFrameChg chg="mod modGraphic">
          <ac:chgData name="01fe18bec180" userId="S::01fe18bec180@kletech.ac.in::6223a06f-fd08-481b-ab7d-d898cc0b4708" providerId="AD" clId="Web-{19D82453-2684-4A08-BC93-66B497963397}" dt="2020-05-28T09:22:34.670" v="2"/>
          <ac:graphicFrameMkLst>
            <pc:docMk/>
            <pc:sldMk cId="0" sldId="279"/>
            <ac:graphicFrameMk id="4" creationId="{00000000-0000-0000-0000-000000000000}"/>
          </ac:graphicFrameMkLst>
        </pc:graphicFrameChg>
        <pc:picChg chg="mod">
          <ac:chgData name="01fe18bec180" userId="S::01fe18bec180@kletech.ac.in::6223a06f-fd08-481b-ab7d-d898cc0b4708" providerId="AD" clId="Web-{19D82453-2684-4A08-BC93-66B497963397}" dt="2020-05-28T09:21:28.045" v="0" actId="1076"/>
          <ac:picMkLst>
            <pc:docMk/>
            <pc:sldMk cId="0" sldId="279"/>
            <ac:picMk id="10" creationId="{00000000-0000-0000-0000-000000000000}"/>
          </ac:picMkLst>
        </pc:picChg>
      </pc:sldChg>
    </pc:docChg>
  </pc:docChgLst>
  <pc:docChgLst>
    <pc:chgData name="01fe18bec186" userId="S::01fe18bec186@kletech.ac.in::1b10ffb6-b7f4-43e0-adc2-3a2e79ef32bf" providerId="AD" clId="Web-{B7783CCC-9A47-4560-B1C1-8470A0514E0D}"/>
    <pc:docChg chg="modSld">
      <pc:chgData name="01fe18bec186" userId="S::01fe18bec186@kletech.ac.in::1b10ffb6-b7f4-43e0-adc2-3a2e79ef32bf" providerId="AD" clId="Web-{B7783CCC-9A47-4560-B1C1-8470A0514E0D}" dt="2020-05-24T04:53:58.943" v="1"/>
      <pc:docMkLst>
        <pc:docMk/>
      </pc:docMkLst>
      <pc:sldChg chg="modSp">
        <pc:chgData name="01fe18bec186" userId="S::01fe18bec186@kletech.ac.in::1b10ffb6-b7f4-43e0-adc2-3a2e79ef32bf" providerId="AD" clId="Web-{B7783CCC-9A47-4560-B1C1-8470A0514E0D}" dt="2020-05-24T04:53:58.943" v="1"/>
        <pc:sldMkLst>
          <pc:docMk/>
          <pc:sldMk cId="0" sldId="276"/>
        </pc:sldMkLst>
        <pc:graphicFrameChg chg="mod modGraphic">
          <ac:chgData name="01fe18bec186" userId="S::01fe18bec186@kletech.ac.in::1b10ffb6-b7f4-43e0-adc2-3a2e79ef32bf" providerId="AD" clId="Web-{B7783CCC-9A47-4560-B1C1-8470A0514E0D}" dt="2020-05-24T04:53:58.943" v="1"/>
          <ac:graphicFrameMkLst>
            <pc:docMk/>
            <pc:sldMk cId="0" sldId="276"/>
            <ac:graphicFrameMk id="6" creationId="{00000000-0000-0000-0000-000000000000}"/>
          </ac:graphicFrameMkLst>
        </pc:graphicFrameChg>
      </pc:sldChg>
    </pc:docChg>
  </pc:docChgLst>
  <pc:docChgLst>
    <pc:chgData name="01fe18bec221" userId="S::01fe18bec221@kletech.ac.in::349923ea-76c3-49b8-baa0-4517adb9be8f" providerId="AD" clId="Web-{74E086AD-1E14-4BFB-B5B4-771C5B61CDAA}"/>
    <pc:docChg chg="delSld">
      <pc:chgData name="01fe18bec221" userId="S::01fe18bec221@kletech.ac.in::349923ea-76c3-49b8-baa0-4517adb9be8f" providerId="AD" clId="Web-{74E086AD-1E14-4BFB-B5B4-771C5B61CDAA}" dt="2021-03-26T04:08:47.133" v="0"/>
      <pc:docMkLst>
        <pc:docMk/>
      </pc:docMkLst>
      <pc:sldChg chg="del">
        <pc:chgData name="01fe18bec221" userId="S::01fe18bec221@kletech.ac.in::349923ea-76c3-49b8-baa0-4517adb9be8f" providerId="AD" clId="Web-{74E086AD-1E14-4BFB-B5B4-771C5B61CDAA}" dt="2021-03-26T04:08:47.133" v="0"/>
        <pc:sldMkLst>
          <pc:docMk/>
          <pc:sldMk cId="0" sldId="262"/>
        </pc:sldMkLst>
      </pc:sldChg>
    </pc:docChg>
  </pc:docChgLst>
  <pc:docChgLst>
    <pc:chgData name="01fe18bec163" userId="S::01fe18bec163@kletech.ac.in::1604de08-2f19-4319-b862-84f1b404a38c" providerId="AD" clId="Web-{045C93FD-3B0D-429E-8714-A78F1C1FAA41}"/>
    <pc:docChg chg="modSld">
      <pc:chgData name="01fe18bec163" userId="S::01fe18bec163@kletech.ac.in::1604de08-2f19-4319-b862-84f1b404a38c" providerId="AD" clId="Web-{045C93FD-3B0D-429E-8714-A78F1C1FAA41}" dt="2020-06-01T09:23:03.220" v="0" actId="1076"/>
      <pc:docMkLst>
        <pc:docMk/>
      </pc:docMkLst>
      <pc:sldChg chg="modSp">
        <pc:chgData name="01fe18bec163" userId="S::01fe18bec163@kletech.ac.in::1604de08-2f19-4319-b862-84f1b404a38c" providerId="AD" clId="Web-{045C93FD-3B0D-429E-8714-A78F1C1FAA41}" dt="2020-06-01T09:23:03.220" v="0" actId="1076"/>
        <pc:sldMkLst>
          <pc:docMk/>
          <pc:sldMk cId="0" sldId="264"/>
        </pc:sldMkLst>
        <pc:graphicFrameChg chg="mod">
          <ac:chgData name="01fe18bec163" userId="S::01fe18bec163@kletech.ac.in::1604de08-2f19-4319-b862-84f1b404a38c" providerId="AD" clId="Web-{045C93FD-3B0D-429E-8714-A78F1C1FAA41}" dt="2020-06-01T09:23:03.220" v="0" actId="1076"/>
          <ac:graphicFrameMkLst>
            <pc:docMk/>
            <pc:sldMk cId="0" sldId="264"/>
            <ac:graphicFrameMk id="4" creationId="{00000000-0000-0000-0000-000000000000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0E2107-3111-4895-A76C-884F9A38839C}" type="datetimeFigureOut">
              <a:rPr lang="en-US" smtClean="0"/>
              <a:pPr/>
              <a:t>3/31/2021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5E6FB5-FFEF-4B44-A62F-AEF5318A3D6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64309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Date Placeholder 3"/>
          <p:cNvSpPr txBox="1">
            <a:spLocks/>
          </p:cNvSpPr>
          <p:nvPr userDrawn="1"/>
        </p:nvSpPr>
        <p:spPr>
          <a:xfrm>
            <a:off x="609600" y="632460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3DFFD4-0083-439C-8CD7-EB687DB854A5}" type="datetime1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31-03-2021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Footer Placeholder 4"/>
          <p:cNvSpPr txBox="1">
            <a:spLocks/>
          </p:cNvSpPr>
          <p:nvPr userDrawn="1"/>
        </p:nvSpPr>
        <p:spPr>
          <a:xfrm>
            <a:off x="3276600" y="632460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SCHOOL OF ELECTRONICS AND COMMUNICATION ENGINEERING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Date Placeholder 3"/>
          <p:cNvSpPr>
            <a:spLocks noGrp="1"/>
          </p:cNvSpPr>
          <p:nvPr userDrawn="1"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fld id="{C63DFFD4-0083-439C-8CD7-EB687DB854A5}" type="datetime1">
              <a:rPr lang="en-IN" smtClean="0"/>
              <a:pPr/>
              <a:t>31-03-2021</a:t>
            </a:fld>
            <a:endParaRPr lang="en-IN"/>
          </a:p>
        </p:txBody>
      </p:sp>
      <p:sp>
        <p:nvSpPr>
          <p:cNvPr id="8" name="Footer Placeholder 4"/>
          <p:cNvSpPr>
            <a:spLocks noGrp="1"/>
          </p:cNvSpPr>
          <p:nvPr userDrawn="1"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r>
              <a:rPr lang="en-IN"/>
              <a:t>SCHOOL OF ELECTRONICS AND COMMUNICATION ENGINEERING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850B0-BEA3-4263-810B-460A62D6AC2F}" type="datetime1">
              <a:rPr lang="en-US" smtClean="0"/>
              <a:pPr/>
              <a:t>3/31/2021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F60BF-1713-4891-9C5D-AE82A3AD9942}" type="datetime1">
              <a:rPr lang="en-US" smtClean="0"/>
              <a:pPr/>
              <a:t>3/31/2021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AC54D-172E-4FDA-A1CC-A1662A0E08A4}" type="datetime1">
              <a:rPr lang="en-US" smtClean="0"/>
              <a:pPr/>
              <a:t>3/31/2021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0B5D9-EBAD-4573-9436-E256758D2883}" type="datetime1">
              <a:rPr lang="en-US" smtClean="0"/>
              <a:pPr/>
              <a:t>3/31/2021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FB56C-33D6-4327-8C07-68F78CC9204B}" type="datetime1">
              <a:rPr lang="en-US" smtClean="0"/>
              <a:pPr/>
              <a:t>3/31/2021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2DD57-2BC8-4D11-B07E-C76BE0F7DFF4}" type="datetime1">
              <a:rPr lang="en-US" smtClean="0"/>
              <a:pPr/>
              <a:t>3/31/2021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034E7-8EED-445E-A502-6DDBA6E1704A}" type="datetime1">
              <a:rPr lang="en-US" smtClean="0"/>
              <a:pPr/>
              <a:t>3/31/2021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8482C-305C-47BF-9603-F2B1A9A76D6C}" type="datetime1">
              <a:rPr lang="en-US" smtClean="0"/>
              <a:pPr/>
              <a:t>3/31/2021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C1362-DDD4-4AC7-AF60-76EE26E1C21A}" type="datetime1">
              <a:rPr lang="en-US" smtClean="0"/>
              <a:pPr/>
              <a:t>3/31/2021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72D01C-BD10-4723-855F-BF19FBFAC164}" type="datetime1">
              <a:rPr lang="en-US" smtClean="0"/>
              <a:pPr/>
              <a:t>3/31/2021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4.gi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828801"/>
            <a:ext cx="7772400" cy="2438400"/>
          </a:xfrm>
        </p:spPr>
        <p:txBody>
          <a:bodyPr>
            <a:noAutofit/>
          </a:bodyPr>
          <a:lstStyle/>
          <a:p>
            <a:r>
              <a:rPr lang="en-US" sz="6000" dirty="0">
                <a:latin typeface="Arial Black" pitchFamily="34" charset="0"/>
              </a:rPr>
              <a:t>7 Segment and LCD </a:t>
            </a:r>
            <a:br>
              <a:rPr lang="en-US" sz="6000" dirty="0">
                <a:latin typeface="Arial Black" pitchFamily="34" charset="0"/>
              </a:rPr>
            </a:br>
            <a:r>
              <a:rPr lang="en-US" sz="6000" dirty="0">
                <a:latin typeface="Arial Black" pitchFamily="34" charset="0"/>
              </a:rPr>
              <a:t>interfacing with lpc2148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pic>
        <p:nvPicPr>
          <p:cNvPr id="5" name="Picture 4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496" y="44624"/>
            <a:ext cx="2192020" cy="7816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83768" y="44625"/>
            <a:ext cx="5974432" cy="1008112"/>
          </a:xfrm>
        </p:spPr>
        <p:txBody>
          <a:bodyPr>
            <a:normAutofit/>
          </a:bodyPr>
          <a:lstStyle/>
          <a:p>
            <a:r>
              <a:rPr lang="en-US" sz="2800"/>
              <a:t>Course: ARM Processor &amp; Applications</a:t>
            </a:r>
            <a:endParaRPr lang="en-IN" sz="320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11560" y="1196752"/>
            <a:ext cx="7920880" cy="5112568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en-US" b="1"/>
              <a:t>Course Outcomes (COs): </a:t>
            </a:r>
            <a:endParaRPr lang="en-IN"/>
          </a:p>
          <a:p>
            <a:pPr algn="l"/>
            <a:r>
              <a:rPr lang="en-US"/>
              <a:t>At the end of the course the student should be able to:</a:t>
            </a:r>
          </a:p>
          <a:p>
            <a:pPr algn="l"/>
            <a:r>
              <a:rPr lang="en-US"/>
              <a:t>  </a:t>
            </a:r>
            <a:endParaRPr lang="en-IN"/>
          </a:p>
          <a:p>
            <a:pPr marL="571500" lvl="0" indent="-571500" algn="l">
              <a:buFont typeface="+mj-lt"/>
              <a:buAutoNum type="romanLcPeriod"/>
            </a:pPr>
            <a:r>
              <a:rPr lang="en-US"/>
              <a:t>Discuss advanced microprocessor architecture and pipeline structure.</a:t>
            </a:r>
            <a:endParaRPr lang="en-IN"/>
          </a:p>
          <a:p>
            <a:pPr marL="571500" lvl="0" indent="-571500" algn="l">
              <a:buFont typeface="+mj-lt"/>
              <a:buAutoNum type="romanLcPeriod"/>
            </a:pPr>
            <a:r>
              <a:rPr lang="en-US"/>
              <a:t>Write assembly language programs with a tradeoff between size and complexity and test it using development tools.</a:t>
            </a:r>
            <a:endParaRPr lang="en-IN"/>
          </a:p>
          <a:p>
            <a:pPr marL="571500" lvl="0" indent="-571500" algn="l">
              <a:buFont typeface="+mj-lt"/>
              <a:buAutoNum type="romanLcPeriod"/>
            </a:pPr>
            <a:r>
              <a:rPr lang="en-US"/>
              <a:t>Develop an assembly level program for the given application using ARM or THUMB or both instruction set.</a:t>
            </a:r>
            <a:endParaRPr lang="en-IN"/>
          </a:p>
          <a:p>
            <a:pPr marL="571500" lvl="0" indent="-571500" algn="l">
              <a:buFont typeface="+mj-lt"/>
              <a:buAutoNum type="romanLcPeriod"/>
            </a:pPr>
            <a:r>
              <a:rPr lang="en-US"/>
              <a:t>Discuss the concept of interrupt and their application.</a:t>
            </a:r>
            <a:endParaRPr lang="en-IN"/>
          </a:p>
          <a:p>
            <a:pPr marL="571500" indent="-571500" algn="l">
              <a:buFont typeface="+mj-lt"/>
              <a:buAutoNum type="romanLcPeriod"/>
            </a:pPr>
            <a:r>
              <a:rPr lang="en-US" b="1">
                <a:solidFill>
                  <a:schemeClr val="tx1"/>
                </a:solidFill>
              </a:rPr>
              <a:t>Develop a C code for interfacing different ON/OFF board peripheral devices to LPC 2148 controller.</a:t>
            </a:r>
            <a:endParaRPr lang="en-IN" b="1">
              <a:solidFill>
                <a:schemeClr val="tx1"/>
              </a:solidFill>
            </a:endParaRPr>
          </a:p>
          <a:p>
            <a:pPr algn="l"/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4BCFA-415E-45EC-9026-21BB5BA36EF0}" type="slidenum">
              <a:rPr lang="en-IN" smtClean="0"/>
              <a:pPr/>
              <a:t>2</a:t>
            </a:fld>
            <a:endParaRPr lang="en-IN"/>
          </a:p>
        </p:txBody>
      </p:sp>
      <p:pic>
        <p:nvPicPr>
          <p:cNvPr id="7" name="Picture 6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496" y="44624"/>
            <a:ext cx="2192020" cy="7816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5841543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496" y="44624"/>
            <a:ext cx="2192020" cy="7816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itle 1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Introduction</a:t>
            </a:r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Interfacing is a process of connecting devices together so that they can exchange information. 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There are different I/O devices that can be connected.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Some  examples are LED, LCD,Keypad,switch,7 Segment  etc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841543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74638"/>
            <a:ext cx="6400800" cy="1020762"/>
          </a:xfrm>
        </p:spPr>
        <p:txBody>
          <a:bodyPr>
            <a:normAutofit fontScale="90000"/>
          </a:bodyPr>
          <a:lstStyle/>
          <a:p>
            <a:pPr lvl="1" algn="ctr" rtl="0">
              <a:spcBef>
                <a:spcPct val="0"/>
              </a:spcBef>
            </a:pPr>
            <a:r>
              <a:rPr lang="en-US" sz="4400">
                <a:latin typeface="+mj-lt"/>
              </a:rPr>
              <a:t>7 Segment display interfacing with LPC2148</a:t>
            </a:r>
            <a:r>
              <a:rPr lang="en-US"/>
              <a:t/>
            </a:r>
            <a:br>
              <a:rPr lang="en-US"/>
            </a:br>
            <a:endParaRPr lang="en-US"/>
          </a:p>
        </p:txBody>
      </p:sp>
      <p:pic>
        <p:nvPicPr>
          <p:cNvPr id="4" name="Content Placeholder 3" descr="articles-segment1.gif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9861" y="1490331"/>
            <a:ext cx="3200400" cy="3200399"/>
          </a:xfrm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724400" y="1219200"/>
            <a:ext cx="4191000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5" descr="articles-segment3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876800"/>
            <a:ext cx="4495800" cy="1219200"/>
          </a:xfrm>
          <a:prstGeom prst="rect">
            <a:avLst/>
          </a:prstGeom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8" name="Picture 7"/>
          <p:cNvPicPr/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5496" y="44624"/>
            <a:ext cx="2192020" cy="7816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Date Placeholder 3"/>
          <p:cNvSpPr txBox="1">
            <a:spLocks/>
          </p:cNvSpPr>
          <p:nvPr/>
        </p:nvSpPr>
        <p:spPr>
          <a:xfrm>
            <a:off x="609600" y="632460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3DFFD4-0083-439C-8CD7-EB687DB854A5}" type="datetime1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31-03-2021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6723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Algorithm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Set the </a:t>
            </a:r>
            <a:r>
              <a:rPr lang="en-US" dirty="0" err="1" smtClean="0"/>
              <a:t>pinsel</a:t>
            </a:r>
            <a:r>
              <a:rPr lang="en-US" dirty="0" smtClean="0"/>
              <a:t> register to </a:t>
            </a:r>
            <a:r>
              <a:rPr lang="en-US" dirty="0" err="1" smtClean="0"/>
              <a:t>gpio</a:t>
            </a:r>
            <a:endParaRPr lang="en-US" dirty="0" smtClean="0"/>
          </a:p>
          <a:p>
            <a:r>
              <a:rPr lang="en-US" dirty="0" smtClean="0"/>
              <a:t>Set the  direction of the port pins </a:t>
            </a:r>
          </a:p>
          <a:p>
            <a:r>
              <a:rPr lang="en-US" dirty="0" smtClean="0"/>
              <a:t>Select the segment</a:t>
            </a:r>
          </a:p>
          <a:p>
            <a:r>
              <a:rPr lang="en-US" dirty="0" smtClean="0"/>
              <a:t>Clear the data</a:t>
            </a:r>
          </a:p>
          <a:p>
            <a:r>
              <a:rPr lang="en-US" dirty="0" smtClean="0"/>
              <a:t>Send each data for numbers</a:t>
            </a:r>
          </a:p>
          <a:p>
            <a:r>
              <a:rPr lang="en-US" dirty="0" smtClean="0"/>
              <a:t>Wait for sometime </a:t>
            </a:r>
          </a:p>
          <a:p>
            <a:r>
              <a:rPr lang="en-US" dirty="0"/>
              <a:t>Clear the data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109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 algn="just">
              <a:buNone/>
            </a:pPr>
            <a:r>
              <a:rPr lang="en-US" b="1">
                <a:solidFill>
                  <a:schemeClr val="accent6">
                    <a:lumMod val="75000"/>
                  </a:schemeClr>
                </a:solidFill>
              </a:rPr>
              <a:t> </a:t>
            </a:r>
            <a:endParaRPr lang="en-US" sz="2800" b="1">
              <a:solidFill>
                <a:schemeClr val="accent6">
                  <a:lumMod val="75000"/>
                </a:schemeClr>
              </a:solidFill>
            </a:endParaRPr>
          </a:p>
          <a:p>
            <a:pPr marL="514350" indent="-514350">
              <a:buNone/>
            </a:pPr>
            <a:endParaRPr lang="en-US" sz="2800" b="1">
              <a:solidFill>
                <a:schemeClr val="accent6">
                  <a:lumMod val="75000"/>
                </a:schemeClr>
              </a:solidFill>
            </a:endParaRPr>
          </a:p>
          <a:p>
            <a:pPr marL="514350" indent="-514350">
              <a:buNone/>
            </a:pPr>
            <a:endParaRPr lang="en-US" sz="2800" b="1">
              <a:solidFill>
                <a:schemeClr val="accent6">
                  <a:lumMod val="75000"/>
                </a:schemeClr>
              </a:solidFill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6805063"/>
              </p:ext>
            </p:extLst>
          </p:nvPr>
        </p:nvGraphicFramePr>
        <p:xfrm>
          <a:off x="533400" y="1257300"/>
          <a:ext cx="8324850" cy="5669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6242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162425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4838700">
                <a:tc>
                  <a:txBody>
                    <a:bodyPr/>
                    <a:lstStyle/>
                    <a:p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#include&lt;lpc21xx.h&gt;</a:t>
                      </a:r>
                    </a:p>
                    <a:p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void delay(void);</a:t>
                      </a:r>
                    </a:p>
                    <a:p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unsigned char i;</a:t>
                      </a:r>
                    </a:p>
                    <a:p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unsigned </a:t>
                      </a:r>
                      <a:r>
                        <a:rPr lang="en-IN" sz="1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int</a:t>
                      </a:r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N" sz="1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Disp</a:t>
                      </a:r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[16]={0x003F0000, 0x00060000, 0x005B0000, 0x004F0000, 0x00660000,0x006D0000,</a:t>
                      </a:r>
                    </a:p>
                    <a:p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0x007D0000, 0x00070000, 0x007F0000,0x006F0000, 0x00770000,0x007C0000, 0x00390000, 0x005E0000, 0x00790000, 0x00710000 }</a:t>
                      </a:r>
                    </a:p>
                    <a:p>
                      <a:r>
                        <a:rPr lang="en-IN" sz="1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int</a:t>
                      </a:r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main()</a:t>
                      </a:r>
                    </a:p>
                    <a:p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{</a:t>
                      </a:r>
                    </a:p>
                    <a:p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IODIR0=0x30ff0000; </a:t>
                      </a:r>
                      <a:r>
                        <a:rPr lang="en-IN" sz="18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// making po.16 to p0.23  and        p0.28 to p0.29 output lines</a:t>
                      </a:r>
                    </a:p>
                    <a:p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IOSET0=0x30000000; </a:t>
                      </a:r>
                      <a:r>
                        <a:rPr lang="en-I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N" sz="18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//selecting both segments</a:t>
                      </a:r>
                      <a:endParaRPr lang="en-IN" sz="24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IOCLR0=0x00ff0000</a:t>
                      </a:r>
                      <a:r>
                        <a:rPr lang="en-I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;  </a:t>
                      </a:r>
                      <a:r>
                        <a:rPr lang="en-IN" sz="18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// clearing data  </a:t>
                      </a:r>
                      <a:endParaRPr lang="en-IN" sz="18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while(1)</a:t>
                      </a:r>
                    </a:p>
                    <a:p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{</a:t>
                      </a:r>
                    </a:p>
                    <a:p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for(i=0;i&lt;10;i++)</a:t>
                      </a:r>
                    </a:p>
                    <a:p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{</a:t>
                      </a:r>
                    </a:p>
                    <a:p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IOSET0=</a:t>
                      </a:r>
                      <a:r>
                        <a:rPr lang="en-IN" sz="1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Disp</a:t>
                      </a:r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[i];	</a:t>
                      </a:r>
                      <a:r>
                        <a:rPr lang="en-IN" sz="18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//sending data</a:t>
                      </a:r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		       </a:t>
                      </a:r>
                    </a:p>
                    <a:p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delay();</a:t>
                      </a:r>
                    </a:p>
                    <a:p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delay();delay();delay();delay();delay();delay();</a:t>
                      </a:r>
                    </a:p>
                    <a:p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IOCLR0=0x00ff0000</a:t>
                      </a:r>
                      <a:r>
                        <a:rPr lang="en-I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; </a:t>
                      </a:r>
                      <a:r>
                        <a:rPr lang="en-IN" sz="18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// clearing data </a:t>
                      </a:r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</a:p>
                    <a:p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</a:p>
                    <a:p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</a:p>
                    <a:p>
                      <a:pPr marL="0" algn="l" defTabSz="914400" rtl="0" eaLnBrk="1" latinLnBrk="0" hangingPunct="1"/>
                      <a:endParaRPr lang="en-IN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void delay(void)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{ unsigned long </a:t>
                      </a:r>
                      <a:r>
                        <a:rPr lang="en-IN" sz="1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int</a:t>
                      </a:r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j;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for(j=0;j&lt;650000;j++);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}	</a:t>
                      </a:r>
                    </a:p>
                    <a:p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7" name="Picture 6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496" y="44624"/>
            <a:ext cx="2192020" cy="7816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Date Placeholder 3"/>
          <p:cNvSpPr txBox="1">
            <a:spLocks/>
          </p:cNvSpPr>
          <p:nvPr/>
        </p:nvSpPr>
        <p:spPr>
          <a:xfrm>
            <a:off x="609600" y="632460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3DFFD4-0083-439C-8CD7-EB687DB854A5}" type="datetime1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31-03-2021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Footer Placeholder 4"/>
          <p:cNvSpPr txBox="1">
            <a:spLocks/>
          </p:cNvSpPr>
          <p:nvPr/>
        </p:nvSpPr>
        <p:spPr>
          <a:xfrm>
            <a:off x="3276600" y="632460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SCHOOL OF ELECTRONICS AND COMMUNICATION ENGINEERING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9800" y="274638"/>
            <a:ext cx="6477000" cy="1143000"/>
          </a:xfrm>
        </p:spPr>
        <p:txBody>
          <a:bodyPr>
            <a:normAutofit fontScale="90000"/>
          </a:bodyPr>
          <a:lstStyle/>
          <a:p>
            <a:r>
              <a:rPr lang="en-US"/>
              <a:t>LCD Interfacing with LPC2148</a:t>
            </a:r>
            <a:endParaRPr lang="en-IN"/>
          </a:p>
        </p:txBody>
      </p:sp>
      <p:pic>
        <p:nvPicPr>
          <p:cNvPr id="4" name="Content Placeholder 3" descr="LCD16x2 Pins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 rot="5400000">
            <a:off x="-228600" y="2438402"/>
            <a:ext cx="5181600" cy="3047999"/>
          </a:xfrm>
        </p:spPr>
      </p:pic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6918772"/>
              </p:ext>
            </p:extLst>
          </p:nvPr>
        </p:nvGraphicFramePr>
        <p:xfrm>
          <a:off x="4038600" y="1295400"/>
          <a:ext cx="4724400" cy="474131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92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35052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lang="en-US"/>
                        <a:t>HEX values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LCD  commands</a:t>
                      </a:r>
                      <a:endParaRPr lang="en-IN"/>
                    </a:p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70763">
                <a:tc>
                  <a:txBody>
                    <a:bodyPr/>
                    <a:lstStyle/>
                    <a:p>
                      <a:r>
                        <a:rPr lang="en-US"/>
                        <a:t>0x01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Clear display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624918">
                <a:tc>
                  <a:txBody>
                    <a:bodyPr/>
                    <a:lstStyle/>
                    <a:p>
                      <a:r>
                        <a:rPr lang="en-US"/>
                        <a:t>0x20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/>
                        <a:t>Function set:4 bit, line 1,5x7 dots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626563">
                <a:tc>
                  <a:txBody>
                    <a:bodyPr/>
                    <a:lstStyle/>
                    <a:p>
                      <a:r>
                        <a:rPr lang="en-US"/>
                        <a:t>0x28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Function set:8 bit, line 2,5x7 dots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70763">
                <a:tc>
                  <a:txBody>
                    <a:bodyPr/>
                    <a:lstStyle/>
                    <a:p>
                      <a:r>
                        <a:rPr lang="en-US"/>
                        <a:t>0x06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Shift</a:t>
                      </a:r>
                      <a:r>
                        <a:rPr lang="en-US" baseline="0"/>
                        <a:t> cursor to right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470763">
                <a:tc>
                  <a:txBody>
                    <a:bodyPr/>
                    <a:lstStyle/>
                    <a:p>
                      <a:r>
                        <a:rPr lang="en-US"/>
                        <a:t>0x0e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Display on , cursor blinking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624918">
                <a:tc>
                  <a:txBody>
                    <a:bodyPr/>
                    <a:lstStyle/>
                    <a:p>
                      <a:r>
                        <a:rPr lang="en-US"/>
                        <a:t>0x80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Force cursor to beginning of 1</a:t>
                      </a:r>
                      <a:r>
                        <a:rPr lang="en-US" baseline="30000"/>
                        <a:t>st</a:t>
                      </a:r>
                      <a:r>
                        <a:rPr lang="en-US"/>
                        <a:t> row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812550">
                <a:tc>
                  <a:txBody>
                    <a:bodyPr/>
                    <a:lstStyle/>
                    <a:p>
                      <a:r>
                        <a:rPr lang="en-US"/>
                        <a:t>0xC0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Force cursor</a:t>
                      </a:r>
                      <a:r>
                        <a:rPr lang="en-US" baseline="0"/>
                        <a:t> to beginning of 2</a:t>
                      </a:r>
                      <a:r>
                        <a:rPr lang="en-US" baseline="30000"/>
                        <a:t>nd</a:t>
                      </a:r>
                      <a:r>
                        <a:rPr lang="en-US" baseline="0"/>
                        <a:t> row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8" name="Picture 7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496" y="44624"/>
            <a:ext cx="2192020" cy="7816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Date Placeholder 3"/>
          <p:cNvSpPr txBox="1">
            <a:spLocks/>
          </p:cNvSpPr>
          <p:nvPr/>
        </p:nvSpPr>
        <p:spPr>
          <a:xfrm>
            <a:off x="609600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3DFFD4-0083-439C-8CD7-EB687DB854A5}" type="datetime1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31-03-2021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Footer Placeholder 4"/>
          <p:cNvSpPr txBox="1">
            <a:spLocks/>
          </p:cNvSpPr>
          <p:nvPr/>
        </p:nvSpPr>
        <p:spPr>
          <a:xfrm>
            <a:off x="3276600" y="649287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SCHOOL OF ELECTRONICS AND COMMUNICATION ENGINEERING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6705600" cy="944562"/>
          </a:xfrm>
        </p:spPr>
        <p:txBody>
          <a:bodyPr>
            <a:normAutofit fontScale="90000"/>
          </a:bodyPr>
          <a:lstStyle/>
          <a:p>
            <a:r>
              <a:rPr lang="en-US"/>
              <a:t>LCD connection with LPC2148</a:t>
            </a:r>
            <a:endParaRPr lang="en-IN"/>
          </a:p>
        </p:txBody>
      </p:sp>
      <p:pic>
        <p:nvPicPr>
          <p:cNvPr id="4" name="Content Placeholder 3" descr="LPC2148 CKT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685800" y="1066800"/>
            <a:ext cx="8001000" cy="3505199"/>
          </a:xfr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7" name="Picture 6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496" y="44624"/>
            <a:ext cx="2192020" cy="7816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Date Placeholder 3"/>
          <p:cNvSpPr txBox="1">
            <a:spLocks/>
          </p:cNvSpPr>
          <p:nvPr/>
        </p:nvSpPr>
        <p:spPr>
          <a:xfrm>
            <a:off x="609600" y="632460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3DFFD4-0083-439C-8CD7-EB687DB854A5}" type="datetime1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31-03-2021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Footer Placeholder 4"/>
          <p:cNvSpPr txBox="1">
            <a:spLocks/>
          </p:cNvSpPr>
          <p:nvPr/>
        </p:nvSpPr>
        <p:spPr>
          <a:xfrm>
            <a:off x="3276600" y="632460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SCHOOL OF ELECTRONICS AND COMMUNICATION ENGINEERING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Algorithm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Initialise</a:t>
            </a:r>
            <a:r>
              <a:rPr lang="en-US" dirty="0" smtClean="0"/>
              <a:t> pinsel0 to </a:t>
            </a:r>
            <a:r>
              <a:rPr lang="en-US" dirty="0" err="1" smtClean="0"/>
              <a:t>gpio</a:t>
            </a:r>
            <a:endParaRPr lang="en-US" dirty="0" smtClean="0"/>
          </a:p>
          <a:p>
            <a:r>
              <a:rPr lang="en-US" dirty="0" smtClean="0"/>
              <a:t>Set the direction of ports p0.2-p0.7 to output</a:t>
            </a:r>
          </a:p>
          <a:p>
            <a:r>
              <a:rPr lang="en-US" dirty="0" smtClean="0"/>
              <a:t>Send </a:t>
            </a:r>
            <a:r>
              <a:rPr lang="en-US" dirty="0" err="1" smtClean="0"/>
              <a:t>lcd</a:t>
            </a:r>
            <a:r>
              <a:rPr lang="en-US" dirty="0" smtClean="0"/>
              <a:t> initialization commands</a:t>
            </a:r>
          </a:p>
          <a:p>
            <a:r>
              <a:rPr lang="en-US" dirty="0" smtClean="0"/>
              <a:t>Send data to </a:t>
            </a:r>
            <a:r>
              <a:rPr lang="en-US" dirty="0" err="1" smtClean="0"/>
              <a:t>lcd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3518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Algorithm for sending </a:t>
            </a:r>
            <a:r>
              <a:rPr lang="en-US" dirty="0" err="1" smtClean="0"/>
              <a:t>cmd</a:t>
            </a:r>
            <a:r>
              <a:rPr lang="en-US" dirty="0" smtClean="0"/>
              <a:t>/data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IN" dirty="0"/>
              <a:t>The common steps for sending both command or data are:</a:t>
            </a:r>
          </a:p>
          <a:p>
            <a:r>
              <a:rPr lang="en-IN" dirty="0"/>
              <a:t>Mask lower </a:t>
            </a:r>
            <a:r>
              <a:rPr lang="en-IN" dirty="0" smtClean="0"/>
              <a:t>4-bits</a:t>
            </a:r>
          </a:p>
          <a:p>
            <a:r>
              <a:rPr lang="en-IN" dirty="0" smtClean="0"/>
              <a:t>Make RS=0/1 for </a:t>
            </a:r>
            <a:r>
              <a:rPr lang="en-IN" dirty="0" err="1" smtClean="0"/>
              <a:t>cmd</a:t>
            </a:r>
            <a:r>
              <a:rPr lang="en-IN" dirty="0" smtClean="0"/>
              <a:t>/data</a:t>
            </a:r>
            <a:endParaRPr lang="en-IN" dirty="0"/>
          </a:p>
          <a:p>
            <a:r>
              <a:rPr lang="en-IN" dirty="0"/>
              <a:t>Send </a:t>
            </a:r>
            <a:r>
              <a:rPr lang="en-IN" dirty="0" smtClean="0"/>
              <a:t>data to  </a:t>
            </a:r>
            <a:r>
              <a:rPr lang="en-IN" dirty="0"/>
              <a:t>the LCD </a:t>
            </a:r>
            <a:r>
              <a:rPr lang="en-IN" dirty="0" smtClean="0"/>
              <a:t>port pins</a:t>
            </a:r>
          </a:p>
          <a:p>
            <a:r>
              <a:rPr lang="en-IN" dirty="0" smtClean="0"/>
              <a:t>Enable high to low transition to latch</a:t>
            </a:r>
            <a:endParaRPr lang="en-IN" dirty="0"/>
          </a:p>
          <a:p>
            <a:r>
              <a:rPr lang="en-IN" dirty="0" smtClean="0"/>
              <a:t>Mask </a:t>
            </a:r>
            <a:r>
              <a:rPr lang="en-IN" dirty="0"/>
              <a:t>higher 4-bits</a:t>
            </a:r>
          </a:p>
          <a:p>
            <a:r>
              <a:rPr lang="en-US" dirty="0"/>
              <a:t>Shift the lower bits to left by 4bits</a:t>
            </a:r>
            <a:endParaRPr lang="en-IN" dirty="0"/>
          </a:p>
          <a:p>
            <a:r>
              <a:rPr lang="en-IN" dirty="0"/>
              <a:t>Make </a:t>
            </a:r>
            <a:r>
              <a:rPr lang="en-IN" dirty="0" err="1"/>
              <a:t>rs</a:t>
            </a:r>
            <a:r>
              <a:rPr lang="en-IN" dirty="0"/>
              <a:t>=0/1 for </a:t>
            </a:r>
            <a:r>
              <a:rPr lang="en-IN" dirty="0" err="1"/>
              <a:t>cmd</a:t>
            </a:r>
            <a:r>
              <a:rPr lang="en-IN" dirty="0"/>
              <a:t>/data</a:t>
            </a:r>
          </a:p>
          <a:p>
            <a:r>
              <a:rPr lang="en-IN" dirty="0"/>
              <a:t>Send data to  the LCD port pins</a:t>
            </a:r>
          </a:p>
          <a:p>
            <a:r>
              <a:rPr lang="en-IN" dirty="0"/>
              <a:t>Enable high to low transition to latch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323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Keypad interfacing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switches SW4 to SW19 are organized as 4 rows X 4 columns matrix. One end </a:t>
            </a:r>
            <a:r>
              <a:rPr lang="en-US" dirty="0" smtClean="0"/>
              <a:t>of </a:t>
            </a:r>
            <a:r>
              <a:rPr lang="en-US" dirty="0"/>
              <a:t>all the switches are connected to port lines P1.20 – P1.23, which is configured as rows. </a:t>
            </a:r>
          </a:p>
          <a:p>
            <a:r>
              <a:rPr lang="en-US" dirty="0"/>
              <a:t>The other end of the matrix is connected to the port lines P1.16 – P1.19 which is configured </a:t>
            </a:r>
            <a:r>
              <a:rPr lang="en-US" dirty="0" smtClean="0"/>
              <a:t>as </a:t>
            </a:r>
            <a:r>
              <a:rPr lang="en-US" dirty="0"/>
              <a:t>columns. The interface diagram for keypad is shown below.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427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149" y="2133600"/>
            <a:ext cx="7933447" cy="3495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45261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47800"/>
            <a:ext cx="8229600" cy="3886200"/>
          </a:xfrm>
        </p:spPr>
        <p:txBody>
          <a:bodyPr>
            <a:normAutofit/>
          </a:bodyPr>
          <a:lstStyle/>
          <a:p>
            <a:r>
              <a:rPr lang="en-US" sz="7200" b="1">
                <a:solidFill>
                  <a:srgbClr val="FF33CC"/>
                </a:solidFill>
                <a:latin typeface="Curlz MT" pitchFamily="82" charset="0"/>
              </a:rPr>
              <a:t>THANK </a:t>
            </a:r>
            <a:br>
              <a:rPr lang="en-US" sz="7200" b="1">
                <a:solidFill>
                  <a:srgbClr val="FF33CC"/>
                </a:solidFill>
                <a:latin typeface="Curlz MT" pitchFamily="82" charset="0"/>
              </a:rPr>
            </a:br>
            <a:r>
              <a:rPr lang="en-US" sz="7200" b="1">
                <a:solidFill>
                  <a:srgbClr val="FF33CC"/>
                </a:solidFill>
                <a:latin typeface="Curlz MT" pitchFamily="82" charset="0"/>
              </a:rPr>
              <a:t>YOU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4" name="Picture 3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496" y="44624"/>
            <a:ext cx="2192020" cy="7816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Date Placeholder 3"/>
          <p:cNvSpPr txBox="1">
            <a:spLocks/>
          </p:cNvSpPr>
          <p:nvPr/>
        </p:nvSpPr>
        <p:spPr>
          <a:xfrm>
            <a:off x="609600" y="632460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3DFFD4-0083-439C-8CD7-EB687DB854A5}" type="datetime1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31-03-2021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4"/>
          <p:cNvSpPr txBox="1">
            <a:spLocks/>
          </p:cNvSpPr>
          <p:nvPr/>
        </p:nvSpPr>
        <p:spPr>
          <a:xfrm>
            <a:off x="3276600" y="632460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SCHOOL OF ELECTRONICS AND COMMUNICATION ENGINEERING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520E51E9F0E42468EBE9B699EAFB02D" ma:contentTypeVersion="9" ma:contentTypeDescription="Create a new document." ma:contentTypeScope="" ma:versionID="10ad32b76c4fe3f3f5fca3721bd27b54">
  <xsd:schema xmlns:xsd="http://www.w3.org/2001/XMLSchema" xmlns:xs="http://www.w3.org/2001/XMLSchema" xmlns:p="http://schemas.microsoft.com/office/2006/metadata/properties" xmlns:ns2="579a8cf1-d961-4c3a-bf7f-75e58a0dcfe1" targetNamespace="http://schemas.microsoft.com/office/2006/metadata/properties" ma:root="true" ma:fieldsID="2634ef216cc2866a6070ea3af9291486" ns2:_="">
    <xsd:import namespace="579a8cf1-d961-4c3a-bf7f-75e58a0dcfe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79a8cf1-d961-4c3a-bf7f-75e58a0dcfe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4CD8053-7249-4480-B73B-7C871CA7254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7EFDC28-895D-4F51-BF99-25C1CA158F9D}">
  <ds:schemaRefs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purl.org/dc/elements/1.1/"/>
    <ds:schemaRef ds:uri="http://www.w3.org/XML/1998/namespace"/>
    <ds:schemaRef ds:uri="http://purl.org/dc/dcmitype/"/>
    <ds:schemaRef ds:uri="579a8cf1-d961-4c3a-bf7f-75e58a0dcfe1"/>
    <ds:schemaRef ds:uri="http://schemas.microsoft.com/office/infopath/2007/PartnerControls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D7E78C9B-A4B4-47E4-9820-FA066CA1DD99}">
  <ds:schemaRefs>
    <ds:schemaRef ds:uri="579a8cf1-d961-4c3a-bf7f-75e58a0dcfe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491</Words>
  <Application>Microsoft Office PowerPoint</Application>
  <PresentationFormat>On-screen Show (4:3)</PresentationFormat>
  <Paragraphs>111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7 Segment and LCD  interfacing with lpc2148</vt:lpstr>
      <vt:lpstr>Course: ARM Processor &amp; Applications</vt:lpstr>
      <vt:lpstr>PowerPoint Presentation</vt:lpstr>
      <vt:lpstr>7 Segment display interfacing with LPC2148 </vt:lpstr>
      <vt:lpstr>PowerPoint Presentation</vt:lpstr>
      <vt:lpstr>Algorithm </vt:lpstr>
      <vt:lpstr>Program</vt:lpstr>
      <vt:lpstr>LCD Interfacing with LPC2148</vt:lpstr>
      <vt:lpstr>LCD connection with LPC2148</vt:lpstr>
      <vt:lpstr>Algorithm </vt:lpstr>
      <vt:lpstr>Algorithm for sending cmd/data</vt:lpstr>
      <vt:lpstr>Keypad interfacing</vt:lpstr>
      <vt:lpstr>PowerPoint Presentation</vt:lpstr>
      <vt:lpstr>THANK 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Exception Handling</dc:title>
  <dc:creator>admin</dc:creator>
  <cp:lastModifiedBy>Acer</cp:lastModifiedBy>
  <cp:revision>9</cp:revision>
  <dcterms:created xsi:type="dcterms:W3CDTF">2006-08-16T00:00:00Z</dcterms:created>
  <dcterms:modified xsi:type="dcterms:W3CDTF">2021-03-31T06:28:58Z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0x010100C520E51E9F0E42468EBE9B699EAFB02D</vt:lpwstr>
  </property>
</Properties>
</file>