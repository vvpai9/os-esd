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82F23-8298-4DFC-9C82-DF0278A43F8F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25779-1AEE-4E16-AF3C-9D459C241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3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E7B9-D279-40B9-B59B-82DC9AD7BA20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1F97-0825-4F4C-A672-B757BF82F998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64D4C-9D0F-4691-9FD6-08CC311CB77B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627C7-2E45-4424-88F8-32553B98062A}" type="datetime1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98D0-D5AD-4181-A08D-2F0EB19891F7}" type="datetime1">
              <a:rPr lang="en-US" smtClean="0"/>
              <a:t>8/7/2021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8BCE-2C53-4ABC-9D65-C304585137B1}" type="datetime1">
              <a:rPr lang="en-US" smtClean="0"/>
              <a:t>8/7/2021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7A2C1-08F9-4926-8C74-FE515D1B0721}" type="datetime1">
              <a:rPr lang="en-US" smtClean="0"/>
              <a:t>8/7/2021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6810-91DB-4CA1-A985-0C2AB9923040}" type="datetime1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1016-6298-4494-9B9C-50BD61256366}" type="datetime1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8BC3-665C-4D76-99B9-982FE893CE45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BC5A-9597-459A-94C8-B78F0119CC6C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5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DCAAC-71E0-4713-83D4-92062EFD5155}" type="datetime1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0AD8F-0910-4651-92A8-4A3DDC26CA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Timer/Counter-LPC2148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7150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000" dirty="0"/>
              <a:t>A 32-bit Timer/Counter with a programmable 32-bit </a:t>
            </a:r>
            <a:r>
              <a:rPr lang="en-US" sz="2000" dirty="0" err="1"/>
              <a:t>Prescaler</a:t>
            </a:r>
            <a:r>
              <a:rPr lang="en-US" sz="2000" dirty="0"/>
              <a:t>.</a:t>
            </a:r>
          </a:p>
          <a:p>
            <a:pPr algn="just">
              <a:buNone/>
            </a:pPr>
            <a:r>
              <a:rPr lang="en-US" sz="2000" b="1" dirty="0"/>
              <a:t>• </a:t>
            </a:r>
            <a:r>
              <a:rPr lang="en-US" sz="2000" dirty="0"/>
              <a:t>Counter or Timer operation</a:t>
            </a:r>
          </a:p>
          <a:p>
            <a:pPr algn="just">
              <a:buNone/>
            </a:pPr>
            <a:r>
              <a:rPr lang="en-US" sz="2000" dirty="0"/>
              <a:t>• Up to four 32-bit capture channels per timer, that can take a snapshot of the </a:t>
            </a:r>
            <a:r>
              <a:rPr lang="en-US" sz="2000" dirty="0" smtClean="0"/>
              <a:t>timer value </a:t>
            </a:r>
            <a:r>
              <a:rPr lang="en-US" sz="2000" dirty="0"/>
              <a:t>when an input signal transitions. A capture event may also optionally </a:t>
            </a:r>
            <a:r>
              <a:rPr lang="en-US" sz="2000" dirty="0" smtClean="0"/>
              <a:t>generate an </a:t>
            </a:r>
            <a:r>
              <a:rPr lang="en-US" sz="2000" dirty="0"/>
              <a:t>interrupt.</a:t>
            </a:r>
          </a:p>
          <a:p>
            <a:pPr algn="just">
              <a:buNone/>
            </a:pPr>
            <a:r>
              <a:rPr lang="en-US" sz="2000" dirty="0"/>
              <a:t>• Four 32-bit match registers that allow:</a:t>
            </a:r>
          </a:p>
          <a:p>
            <a:pPr algn="just">
              <a:buNone/>
            </a:pPr>
            <a:r>
              <a:rPr lang="en-US" sz="2000" dirty="0"/>
              <a:t>– Continuous operation with optional interrupt generation on match.</a:t>
            </a:r>
          </a:p>
          <a:p>
            <a:pPr algn="just">
              <a:buNone/>
            </a:pPr>
            <a:r>
              <a:rPr lang="en-US" sz="2000" dirty="0"/>
              <a:t>– Stop timer on match with optional interrupt generation.</a:t>
            </a:r>
          </a:p>
          <a:p>
            <a:pPr algn="just">
              <a:buNone/>
            </a:pPr>
            <a:r>
              <a:rPr lang="en-US" sz="2000" dirty="0"/>
              <a:t>– Reset timer on match with optional interrupt generation.</a:t>
            </a:r>
          </a:p>
          <a:p>
            <a:pPr algn="just">
              <a:buNone/>
            </a:pPr>
            <a:r>
              <a:rPr lang="en-US" sz="2000" dirty="0"/>
              <a:t>• Up to four external outputs corresponding to match registers, with the </a:t>
            </a:r>
            <a:r>
              <a:rPr lang="en-US" sz="2000" dirty="0" smtClean="0"/>
              <a:t>following capabilities</a:t>
            </a:r>
            <a:r>
              <a:rPr lang="en-US" sz="2000" dirty="0"/>
              <a:t>:</a:t>
            </a:r>
          </a:p>
          <a:p>
            <a:pPr algn="just">
              <a:buNone/>
            </a:pPr>
            <a:r>
              <a:rPr lang="en-US" sz="2000" dirty="0"/>
              <a:t>– Set low on match.</a:t>
            </a:r>
          </a:p>
          <a:p>
            <a:pPr algn="just">
              <a:buNone/>
            </a:pPr>
            <a:r>
              <a:rPr lang="en-US" sz="2000" dirty="0"/>
              <a:t>– Set high on match.</a:t>
            </a:r>
          </a:p>
          <a:p>
            <a:pPr algn="just">
              <a:buNone/>
            </a:pPr>
            <a:r>
              <a:rPr lang="en-US" sz="2000" dirty="0"/>
              <a:t>– Toggle on match.</a:t>
            </a:r>
          </a:p>
          <a:p>
            <a:pPr algn="just">
              <a:buNone/>
            </a:pPr>
            <a:r>
              <a:rPr lang="en-US" sz="2000" dirty="0"/>
              <a:t>– Do nothing on match.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Programmable </a:t>
            </a:r>
            <a:r>
              <a:rPr lang="en-US" dirty="0" smtClean="0"/>
              <a:t>Timer 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IR Interrupt </a:t>
            </a:r>
            <a:r>
              <a:rPr lang="en-US" sz="2800" b="1" dirty="0" smtClean="0"/>
              <a:t>Register-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IR can be written to </a:t>
            </a:r>
            <a:r>
              <a:rPr lang="en-US" sz="2800" dirty="0" smtClean="0"/>
              <a:t>clear interrupts</a:t>
            </a:r>
            <a:r>
              <a:rPr lang="en-US" sz="2800" dirty="0"/>
              <a:t>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IR can be read to identify which </a:t>
            </a:r>
            <a:r>
              <a:rPr lang="en-US" sz="2800" dirty="0" smtClean="0"/>
              <a:t>of eight </a:t>
            </a:r>
            <a:r>
              <a:rPr lang="en-US" sz="2800" dirty="0"/>
              <a:t>possible interrupt sources are pending.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581400"/>
            <a:ext cx="7728857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TCR Timer Control </a:t>
            </a:r>
            <a:r>
              <a:rPr lang="en-US" sz="2400" b="1" dirty="0" smtClean="0"/>
              <a:t>Register-</a:t>
            </a:r>
          </a:p>
          <a:p>
            <a:r>
              <a:rPr lang="en-US" sz="2400" b="1" dirty="0" smtClean="0"/>
              <a:t> </a:t>
            </a:r>
            <a:r>
              <a:rPr lang="en-US" sz="2400" dirty="0"/>
              <a:t>The TCR is used to </a:t>
            </a:r>
            <a:r>
              <a:rPr lang="en-US" sz="2400" dirty="0" smtClean="0"/>
              <a:t>control the </a:t>
            </a:r>
            <a:r>
              <a:rPr lang="en-US" sz="2400" dirty="0"/>
              <a:t>Timer Counter functions.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Timer Counter </a:t>
            </a:r>
            <a:r>
              <a:rPr lang="en-US" sz="2400" dirty="0" smtClean="0"/>
              <a:t>can be </a:t>
            </a:r>
            <a:r>
              <a:rPr lang="en-US" sz="2400" dirty="0"/>
              <a:t>disabled or reset through the TCR.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8308" y="1888767"/>
            <a:ext cx="7849892" cy="375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dirty="0"/>
              <a:t>TC Timer </a:t>
            </a:r>
            <a:r>
              <a:rPr lang="en-US" sz="2800" b="1" dirty="0" smtClean="0"/>
              <a:t>Counter.</a:t>
            </a:r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32-bit TC is incremented </a:t>
            </a:r>
            <a:r>
              <a:rPr lang="en-US" sz="2800" dirty="0" smtClean="0"/>
              <a:t>every PR+1 </a:t>
            </a:r>
            <a:r>
              <a:rPr lang="en-US" sz="2800" dirty="0"/>
              <a:t>cycles of PCLK. </a:t>
            </a:r>
            <a:endParaRPr lang="en-US" sz="2800" dirty="0" smtClean="0"/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TC is controlled </a:t>
            </a:r>
            <a:r>
              <a:rPr lang="en-US" sz="2800" dirty="0" smtClean="0"/>
              <a:t>through the </a:t>
            </a:r>
            <a:r>
              <a:rPr lang="en-US" sz="2800" dirty="0"/>
              <a:t>TCR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dirty="0"/>
              <a:t>The 32-bit Timer Counter is incremented when the </a:t>
            </a:r>
            <a:r>
              <a:rPr lang="en-US" sz="2800" dirty="0" err="1"/>
              <a:t>Prescale</a:t>
            </a:r>
            <a:r>
              <a:rPr lang="en-US" sz="2800" dirty="0"/>
              <a:t> Counter reaches its </a:t>
            </a:r>
            <a:r>
              <a:rPr lang="en-US" sz="2800" dirty="0" smtClean="0"/>
              <a:t>terminal count</a:t>
            </a:r>
            <a:r>
              <a:rPr lang="en-US" sz="2800" dirty="0"/>
              <a:t>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PR </a:t>
            </a:r>
            <a:r>
              <a:rPr lang="en-US" sz="2800" b="1" dirty="0" err="1"/>
              <a:t>Prescale</a:t>
            </a:r>
            <a:r>
              <a:rPr lang="en-US" sz="2800" b="1" dirty="0"/>
              <a:t> </a:t>
            </a:r>
            <a:r>
              <a:rPr lang="en-US" sz="2800" b="1" dirty="0" smtClean="0"/>
              <a:t>Register-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32-bit </a:t>
            </a:r>
            <a:r>
              <a:rPr lang="en-US" sz="2800" dirty="0" err="1"/>
              <a:t>Prescale</a:t>
            </a:r>
            <a:r>
              <a:rPr lang="en-US" sz="2800" dirty="0"/>
              <a:t> Register specifies the maximum value for the </a:t>
            </a:r>
            <a:r>
              <a:rPr lang="en-US" sz="2800" dirty="0" err="1"/>
              <a:t>Prescale</a:t>
            </a:r>
            <a:r>
              <a:rPr lang="en-US" sz="2800" dirty="0"/>
              <a:t> </a:t>
            </a:r>
            <a:r>
              <a:rPr lang="en-US" sz="2800" dirty="0" smtClean="0"/>
              <a:t>Counter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PC </a:t>
            </a:r>
            <a:r>
              <a:rPr lang="en-US" sz="2400" b="1" dirty="0" err="1"/>
              <a:t>Prescale</a:t>
            </a:r>
            <a:r>
              <a:rPr lang="en-US" sz="2400" b="1" dirty="0"/>
              <a:t> </a:t>
            </a:r>
            <a:r>
              <a:rPr lang="en-US" sz="2400" b="1" dirty="0" smtClean="0"/>
              <a:t>Counter</a:t>
            </a:r>
          </a:p>
          <a:p>
            <a:pPr algn="just"/>
            <a:r>
              <a:rPr lang="en-US" sz="2400" dirty="0" smtClean="0"/>
              <a:t>The</a:t>
            </a:r>
            <a:r>
              <a:rPr lang="en-US" sz="2400" b="1" dirty="0" smtClean="0"/>
              <a:t> </a:t>
            </a:r>
            <a:r>
              <a:rPr lang="en-US" sz="2400" dirty="0"/>
              <a:t>32-bit PC is a counter </a:t>
            </a:r>
            <a:r>
              <a:rPr lang="en-US" sz="2400" dirty="0" smtClean="0"/>
              <a:t>which is </a:t>
            </a:r>
            <a:r>
              <a:rPr lang="en-US" sz="2400" dirty="0"/>
              <a:t>incremented to the value stored in PR. When </a:t>
            </a:r>
            <a:r>
              <a:rPr lang="en-US" sz="2400" dirty="0" smtClean="0"/>
              <a:t>the value </a:t>
            </a:r>
            <a:r>
              <a:rPr lang="en-US" sz="2400" dirty="0"/>
              <a:t>in PR is reached, the TC is incremented </a:t>
            </a:r>
            <a:r>
              <a:rPr lang="en-US" sz="2400" dirty="0" smtClean="0"/>
              <a:t>and the </a:t>
            </a:r>
            <a:r>
              <a:rPr lang="en-US" sz="2400" dirty="0"/>
              <a:t>PC is cleared. </a:t>
            </a:r>
            <a:endParaRPr lang="en-US" sz="2400" dirty="0" smtClean="0"/>
          </a:p>
          <a:p>
            <a:pPr algn="just"/>
            <a:r>
              <a:rPr lang="en-US" sz="2400" dirty="0" smtClean="0"/>
              <a:t>The </a:t>
            </a:r>
            <a:r>
              <a:rPr lang="en-US" sz="2400" dirty="0" err="1"/>
              <a:t>Prescale</a:t>
            </a:r>
            <a:r>
              <a:rPr lang="en-US" sz="2400" dirty="0"/>
              <a:t> Counter </a:t>
            </a:r>
            <a:r>
              <a:rPr lang="en-US" sz="2400" dirty="0" smtClean="0"/>
              <a:t>is incremented </a:t>
            </a:r>
            <a:r>
              <a:rPr lang="en-US" sz="2400" dirty="0"/>
              <a:t>on every PCLK. When it reaches the value stored in the </a:t>
            </a:r>
            <a:r>
              <a:rPr lang="en-US" sz="2400" dirty="0" err="1"/>
              <a:t>Prescale</a:t>
            </a:r>
            <a:r>
              <a:rPr lang="en-US" sz="2400" dirty="0"/>
              <a:t> Register</a:t>
            </a:r>
            <a:r>
              <a:rPr lang="en-US" sz="2400" dirty="0" smtClean="0"/>
              <a:t>, the </a:t>
            </a:r>
            <a:r>
              <a:rPr lang="en-US" sz="2400" dirty="0"/>
              <a:t>Timer Counter is incremented and the </a:t>
            </a:r>
            <a:r>
              <a:rPr lang="en-US" sz="2400" dirty="0" err="1"/>
              <a:t>Prescale</a:t>
            </a:r>
            <a:r>
              <a:rPr lang="en-US" sz="2400" dirty="0"/>
              <a:t> Counter is reset on the next PCLK.</a:t>
            </a:r>
          </a:p>
          <a:p>
            <a:pPr algn="just"/>
            <a:r>
              <a:rPr lang="en-US" sz="2400" dirty="0"/>
              <a:t>This causes the TC to increment on every PCLK when PR = 0, every 2 PCLKs </a:t>
            </a:r>
            <a:r>
              <a:rPr lang="en-US" sz="2400" dirty="0" smtClean="0"/>
              <a:t>when PR </a:t>
            </a:r>
            <a:r>
              <a:rPr lang="en-US" sz="2400" dirty="0"/>
              <a:t>= 1, etc.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Match 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b="1" dirty="0"/>
              <a:t>Match Registers (MR0 - MR3)</a:t>
            </a:r>
          </a:p>
          <a:p>
            <a:pPr algn="just"/>
            <a:r>
              <a:rPr lang="en-US" sz="2400" dirty="0"/>
              <a:t>The Match register values are continuously compared to the Timer Counter value. </a:t>
            </a:r>
            <a:r>
              <a:rPr lang="en-US" sz="2400" dirty="0" smtClean="0"/>
              <a:t>When the </a:t>
            </a:r>
            <a:r>
              <a:rPr lang="en-US" sz="2400" dirty="0"/>
              <a:t>two values are equal, actions can be </a:t>
            </a:r>
            <a:r>
              <a:rPr lang="en-US" sz="2400" dirty="0" smtClean="0"/>
              <a:t> triggered </a:t>
            </a:r>
            <a:r>
              <a:rPr lang="en-US" sz="2400" dirty="0"/>
              <a:t>automatically. </a:t>
            </a:r>
            <a:endParaRPr lang="en-US" sz="2400" dirty="0" smtClean="0"/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action </a:t>
            </a:r>
            <a:r>
              <a:rPr lang="en-US" sz="2400" dirty="0" smtClean="0"/>
              <a:t>possibilities are </a:t>
            </a:r>
            <a:r>
              <a:rPr lang="en-US" sz="2400" dirty="0"/>
              <a:t>to generate an interrupt, reset the Timer Counter, or stop the timer. </a:t>
            </a:r>
            <a:endParaRPr lang="en-US" sz="2400" dirty="0" smtClean="0"/>
          </a:p>
          <a:p>
            <a:pPr algn="just"/>
            <a:r>
              <a:rPr lang="en-US" sz="2400" dirty="0" smtClean="0"/>
              <a:t>Actions are controlled </a:t>
            </a:r>
            <a:r>
              <a:rPr lang="en-US" sz="2400" dirty="0"/>
              <a:t>by the settings in the MCR register.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MCR Match Control </a:t>
            </a:r>
            <a:r>
              <a:rPr lang="en-US" sz="2200" b="1" dirty="0" smtClean="0"/>
              <a:t>Register-</a:t>
            </a:r>
          </a:p>
          <a:p>
            <a:r>
              <a:rPr lang="en-US" sz="2200" dirty="0" smtClean="0"/>
              <a:t>The</a:t>
            </a:r>
            <a:r>
              <a:rPr lang="en-US" sz="2200" b="1" dirty="0" smtClean="0"/>
              <a:t> </a:t>
            </a:r>
            <a:r>
              <a:rPr lang="en-US" sz="2200" dirty="0"/>
              <a:t>MCR is used to </a:t>
            </a:r>
            <a:r>
              <a:rPr lang="en-US" sz="2200" dirty="0" smtClean="0"/>
              <a:t>control if </a:t>
            </a:r>
            <a:r>
              <a:rPr lang="en-US" sz="2200" dirty="0"/>
              <a:t>an interrupt is generated and if the TC is </a:t>
            </a:r>
            <a:r>
              <a:rPr lang="en-US" sz="2200" dirty="0" smtClean="0"/>
              <a:t>reset when </a:t>
            </a:r>
            <a:r>
              <a:rPr lang="en-US" sz="2200" dirty="0"/>
              <a:t>a Match occurs.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95400"/>
            <a:ext cx="7772400" cy="538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/>
              <a:t>CTCR Count Control </a:t>
            </a:r>
            <a:r>
              <a:rPr lang="en-US" sz="2400" b="1" dirty="0" smtClean="0"/>
              <a:t>Register-</a:t>
            </a:r>
          </a:p>
          <a:p>
            <a:pPr algn="just"/>
            <a:r>
              <a:rPr lang="en-US" sz="2400" dirty="0" smtClean="0"/>
              <a:t>The</a:t>
            </a:r>
            <a:r>
              <a:rPr lang="en-US" sz="2400" b="1" dirty="0" smtClean="0"/>
              <a:t> </a:t>
            </a:r>
            <a:r>
              <a:rPr lang="en-US" sz="2400" dirty="0"/>
              <a:t>CTCR selects </a:t>
            </a:r>
            <a:r>
              <a:rPr lang="en-US" sz="2400" dirty="0" smtClean="0"/>
              <a:t>between Timer </a:t>
            </a:r>
            <a:r>
              <a:rPr lang="en-US" sz="2400" dirty="0"/>
              <a:t>and Counter mode, and in Counter </a:t>
            </a:r>
            <a:r>
              <a:rPr lang="en-US" sz="2400" dirty="0" smtClean="0"/>
              <a:t>mode selects </a:t>
            </a:r>
            <a:r>
              <a:rPr lang="en-US" sz="2400" dirty="0"/>
              <a:t>the signal and edge(s) for counting.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1752600"/>
            <a:ext cx="49625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4114800"/>
            <a:ext cx="5026639" cy="2534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Computation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943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 smtClean="0"/>
              <a:t>Count=(PCLK*basic time delay)-1</a:t>
            </a:r>
          </a:p>
          <a:p>
            <a:pPr algn="just">
              <a:buNone/>
            </a:pPr>
            <a:r>
              <a:rPr lang="en-US" sz="2400" dirty="0" err="1" smtClean="0"/>
              <a:t>basetimevalue</a:t>
            </a:r>
            <a:r>
              <a:rPr lang="en-US" sz="2400" dirty="0" smtClean="0"/>
              <a:t>=1ms </a:t>
            </a:r>
          </a:p>
          <a:p>
            <a:pPr algn="just">
              <a:buNone/>
            </a:pPr>
            <a:r>
              <a:rPr lang="en-US" sz="2400" dirty="0" smtClean="0"/>
              <a:t>count(PR)=(</a:t>
            </a:r>
            <a:r>
              <a:rPr lang="en-US" sz="2400" dirty="0" err="1" smtClean="0"/>
              <a:t>pclk</a:t>
            </a:r>
            <a:r>
              <a:rPr lang="en-US" sz="2400" dirty="0" smtClean="0"/>
              <a:t>*</a:t>
            </a:r>
            <a:r>
              <a:rPr lang="en-US" sz="2400" dirty="0" err="1" smtClean="0"/>
              <a:t>basetimevalue</a:t>
            </a:r>
            <a:r>
              <a:rPr lang="en-US" sz="2400" dirty="0" smtClean="0"/>
              <a:t>)-1    </a:t>
            </a:r>
          </a:p>
          <a:p>
            <a:pPr algn="just">
              <a:buNone/>
            </a:pPr>
            <a:r>
              <a:rPr lang="en-US" sz="2400" dirty="0" smtClean="0"/>
              <a:t>		 =(12MHz *0.001 sec)-1</a:t>
            </a:r>
          </a:p>
          <a:p>
            <a:pPr algn="just">
              <a:buNone/>
            </a:pPr>
            <a:r>
              <a:rPr lang="en-US" sz="2400" dirty="0" smtClean="0"/>
              <a:t>		= 11999</a:t>
            </a:r>
          </a:p>
          <a:p>
            <a:pPr algn="just">
              <a:buNone/>
            </a:pPr>
            <a:r>
              <a:rPr lang="en-US" sz="2400" dirty="0" smtClean="0"/>
              <a:t>	T0PR=PRESCALER;//11999</a:t>
            </a:r>
          </a:p>
          <a:p>
            <a:pPr algn="just">
              <a:buNone/>
            </a:pPr>
            <a:r>
              <a:rPr lang="en-US" sz="2400" dirty="0" smtClean="0"/>
              <a:t>	T0MR0=DESIRED_COUNT;	//interrupt every 1 sec for interval = 1000</a:t>
            </a:r>
          </a:p>
          <a:p>
            <a:pPr algn="just">
              <a:buNone/>
            </a:pPr>
            <a:r>
              <a:rPr lang="en-US" sz="2400" dirty="0" smtClean="0"/>
              <a:t>	T0MCR=3;//interrupt and reset when counter=match</a:t>
            </a:r>
          </a:p>
          <a:p>
            <a:pPr algn="just">
              <a:buNone/>
            </a:pPr>
            <a:r>
              <a:rPr lang="en-US" sz="2400" dirty="0" smtClean="0"/>
              <a:t>	T0TCR=2;		 //	reset timer counter</a:t>
            </a:r>
          </a:p>
          <a:p>
            <a:pPr algn="just">
              <a:buNone/>
            </a:pPr>
            <a:r>
              <a:rPr lang="en-US" sz="2400" dirty="0" smtClean="0"/>
              <a:t>    T0TCR = 0x01;  // start timer</a:t>
            </a:r>
          </a:p>
          <a:p>
            <a:pPr algn="just">
              <a:buNone/>
            </a:pPr>
            <a:r>
              <a:rPr lang="en-US" sz="2400" dirty="0" smtClean="0"/>
              <a:t>    T0IR=0x01;			  // clear flag</a:t>
            </a:r>
          </a:p>
          <a:p>
            <a:pPr algn="just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1261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#include &lt;LPC21xx.H&gt;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#define DESIRED_COUNT	1000			// for 1sec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#define PRESCALER	11999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void InitTimer0(void);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void InitTimer0(void)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	 	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T0PR=PRESCALER;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T0MR0=DESIRED_COUNT;	//interrupt every 1 sec for interval = 1000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T0MCR=3;		//interrupt and reset when counter=match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T0TCR=2;		 //	reset timer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main (void) 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{	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PINSEL0 = 0X00000000 ;			// Configure P0.16-p0.23 as GPIO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IODIR0=0X00FF0000;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InitTimer0();  					// </a:t>
            </a:r>
            <a:r>
              <a:rPr lang="en-US" sz="1100" dirty="0" err="1" smtClean="0">
                <a:latin typeface="Times New Roman" pitchFamily="18" charset="0"/>
                <a:cs typeface="Times New Roman" pitchFamily="18" charset="0"/>
              </a:rPr>
              <a:t>initialise</a:t>
            </a: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timer0 - 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T0TCR = 0x01;					// start timer 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while(1)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while(!( T0IR==0x01));			   // wait for overflow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T0IR=0x01;						  // clear flag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	IOCLR0=0X00FF0000;					 // turn on led 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while(!( T0IR==0x01));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IOSET0=0X00FF0000;					// turn off flag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	T0IR=0x01;</a:t>
            </a: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RTOS_LAB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AD8F-0910-4651-92A8-4A3DDC26CAB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UM10139 Volume </a:t>
            </a:r>
            <a:r>
              <a:rPr lang="en-US" dirty="0"/>
              <a:t>1: LPC214x User </a:t>
            </a:r>
            <a:r>
              <a:rPr lang="en-US" dirty="0" smtClean="0"/>
              <a:t>Manual Rev</a:t>
            </a:r>
            <a:r>
              <a:rPr lang="en-US" dirty="0"/>
              <a:t>. 02 — 25 July 2006 User manual LPC214x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9472-375D-4995-AD44-0D489A2D383A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389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Shape 1"/>
          <p:cNvSpPr txBox="1"/>
          <p:nvPr/>
        </p:nvSpPr>
        <p:spPr>
          <a:xfrm>
            <a:off x="457200" y="1447920"/>
            <a:ext cx="8229240" cy="38858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8800" strike="noStrike" spc="-1" dirty="0">
                <a:uFill>
                  <a:solidFill>
                    <a:srgbClr val="FFFFFF"/>
                  </a:solidFill>
                </a:uFill>
                <a:latin typeface="Algerian" pitchFamily="82" charset="0"/>
              </a:rPr>
              <a:t>THANK 
YOU</a:t>
            </a:r>
            <a:endParaRPr lang="en-US" sz="2400" strike="noStrike" spc="-1" dirty="0">
              <a:uFill>
                <a:solidFill>
                  <a:srgbClr val="FFFFFF"/>
                </a:solidFill>
              </a:uFill>
              <a:latin typeface="Algerian" pitchFamily="82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3A7-4DB4-4DF7-BB6E-FF1E35B01180}" type="datetime1">
              <a:rPr lang="en-IN" smtClean="0"/>
              <a:t>07-08-2021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RTOS_LAB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44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526</Words>
  <Application>Microsoft Office PowerPoint</Application>
  <PresentationFormat>On-screen Show (4:3)</PresentationFormat>
  <Paragraphs>115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Timer/Counter-LPC2148</vt:lpstr>
      <vt:lpstr>Features</vt:lpstr>
      <vt:lpstr>Programmable Timer Registers</vt:lpstr>
      <vt:lpstr>PowerPoint Presentation</vt:lpstr>
      <vt:lpstr>PowerPoint Presentation</vt:lpstr>
      <vt:lpstr>PowerPoint Presentation</vt:lpstr>
      <vt:lpstr>PowerPoint Presentation</vt:lpstr>
      <vt:lpstr>Match registers</vt:lpstr>
      <vt:lpstr>PowerPoint Presentation</vt:lpstr>
      <vt:lpstr>PowerPoint Presentation</vt:lpstr>
      <vt:lpstr>Computation</vt:lpstr>
      <vt:lpstr>PowerPoint Presentation</vt:lpstr>
      <vt:lpstr>REFERENCES</vt:lpstr>
      <vt:lpstr>PowerPoint Presentation</vt:lpstr>
    </vt:vector>
  </TitlesOfParts>
  <Company>bvb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Timer/Counter-LPC2148</dc:title>
  <dc:creator>SUPRIYA</dc:creator>
  <cp:lastModifiedBy>Acer</cp:lastModifiedBy>
  <cp:revision>29</cp:revision>
  <dcterms:created xsi:type="dcterms:W3CDTF">2017-06-08T04:40:13Z</dcterms:created>
  <dcterms:modified xsi:type="dcterms:W3CDTF">2021-08-07T07:32:55Z</dcterms:modified>
</cp:coreProperties>
</file>